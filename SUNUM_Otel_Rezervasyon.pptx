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Merhaba. Bu projede Booking.com benzeri bir otel rezervasyon sitesi yaptim. Hem on yuz hem arka yuz hem de arama motoru bende.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Kullanici otel arar, detay gorur, rezervasyon yapar. Isteyen ev sahibi olup kendi otelini de ekleyebilir.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Dort parca var: Angular ekranlar, Spring Boot sunucu, Solr arama motoru, H2 veritabani. Her biri bir isten sorumlu.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Kullanicidan gelen istek Angular uzerinden Spring Boot'a gider. Spring Boot arama icin Solr'a, kayitlar icin H2'ye bakar ve sonucu geri doner.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 veritabani boyle bir aramada yavas kalir. Solr metin aramasi icin ozel; 5000 otelde aninda filtreliyor ve kategori sayilarini veriyor.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 rol var. Kullanici, ev sahibi ve yonetici. Onay sadece yoneticide. Yetkiyi sunucu kontrol ediyor, yani tarayicidan hile yapilamaz.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 sahibi otelini ekler ama hemen yayinlanmaz. Beklemede kalir. Yonetici onaylayinca Solr'a eklenir ve aramada gorunur. Boylece kalite kontrolu olur.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projede ogrendiklerim: katmanli REST API, JWT guvenlik, Solr ile arama, Angular ile modern on yuz ve bulut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Ozet: on yuzden arama motoruna kadar her katmani iceren gercek bir uygulama. Tesekkurler, sorulari alabilirim.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9768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STAJ PROJESI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Otel Rezervasyon Sistemi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benzeri, uctan uca bir web uygulamasi.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motoru + rezervasyon + ev sahibi paneli.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·  Angular  ·  Apache Solr  ·  H2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ne yapiyor?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5544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54480" y="15087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ara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Sehir yaz, tarih sec, binlerce otel arasindan filtrele.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560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Detayi gor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54480" y="2926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Fotograflar, olanaklar, odalar ve yorumlar tek sayfada.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77240" y="3657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57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611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 yap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54480" y="39776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 ve tarih sec, rezervasyonu olustur, listende gor.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7091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663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Otelini ekle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54480" y="5029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sahibi ol, otelini ekle; yonetici onaylayinca yayina cikar.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Kullandigim teknolojiler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AB8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37360" y="1911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YUZ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21671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560" y="28346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Kullanicinin gordugu ekranlar. TypeScript + bilesenler.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A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1911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 YUZ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21671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629400" y="28346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mantigi ve API. Java ile yazilan sunucu.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A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25196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42428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44988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Solr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51560" y="51663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Hizli otel aramasi ve filtreleme motoru.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09360" y="393192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AB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29400" y="4251960"/>
            <a:ext cx="502920" cy="50292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0" y="42428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44988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629400" y="51663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Kullanici, otel, rezervasyon kayitlari.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Nasil calisiyor? (mimari)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05840" y="219456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TARAYICI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2816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749040" y="233172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0" y="219456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816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0" y="233172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8138160" y="219456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38160" y="2816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0" y="416052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4F8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4315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Veritabani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4736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kayitlar burada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 istegi -&gt; Angular sunucuya sorar -&gt; Spring Boot Solr'dan aramayi, H2'den kayitlari alir -&gt; cevabi ekrana basar.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ayri bir arama motoru?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5.000+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kaydi arasinda ANLIK arama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92277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Isim, sehir, olanak gibi alanlarda hizli filtreleme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463600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458114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Yazim hatalarina ve kismi kelimelere tolerans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529437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5239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sayilari (facet): "Antalya'da 320 otel" gibi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Guvenlik ve roller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Giris JWT jetonu ile korunuyor. Her kullanicinin bir rolu var: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331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2395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37947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yapar, rezervasyon olusturur, favori ekler.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23317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32120" y="2395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Sahibi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37947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otelini ekler, odalarini yonetir.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233172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2395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5820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Yonetici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58200" y="37947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sahibi ve otel basvurularini onaylar.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 kontrolu sunucu tarafinda: "@PreAuthorize" ile her uc nokta rol bazli korunuyor.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Otel ekleme ve onay akisi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54480" y="16276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sahibi otelini ekler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Bilgi, fotograf, olanak ve odalari girer. Durum: BEKLEMEDE.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72491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70662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Aramada gorunmez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54480" y="309067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Onaylanmayan otel Solr'a yazilmaz, kimse goremez.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77240" y="380390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03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78561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Yonetici onaylar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54480" y="416966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Basvurular ekraninda "Onayla" der.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882896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82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86460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yayina cikar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54480" y="524865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aninda Solr'a eklenir, aramada gorunur.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Teknik olarak ogrendiklerim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10870"/>
            </a:avLst>
          </a:prstGeom>
          <a:solidFill>
            <a:srgbClr val="F4F8FB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77393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73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91640" y="17190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tasarimi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94960" y="17190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Service / Repository katmanlari ile temiz mimari.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10870"/>
            </a:avLst>
          </a:prstGeom>
          <a:solidFill>
            <a:srgbClr val="F4F8FB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273405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6791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dogrulama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94960" y="26791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ile stateless oturum ve rol bazli yetkilendirme.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10870"/>
            </a:avLst>
          </a:prstGeom>
          <a:solidFill>
            <a:srgbClr val="F4F8FB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369417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36393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muhendisligi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94960" y="363931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Solr indexleme, edismax sorgu ve facet sayimlari.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10698480" cy="841248"/>
          </a:xfrm>
          <a:prstGeom prst="roundRect">
            <a:avLst>
              <a:gd name="adj" fmla="val 10870"/>
            </a:avLst>
          </a:prstGeom>
          <a:solidFill>
            <a:srgbClr val="F4F8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46542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91640" y="45994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on yuz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394960" y="45994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signals, reactive formlar, bilesin mimarisi.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1520" y="5440680"/>
            <a:ext cx="10698480" cy="841248"/>
          </a:xfrm>
          <a:prstGeom prst="roundRect">
            <a:avLst>
              <a:gd name="adj" fmla="val 10870"/>
            </a:avLst>
          </a:prstGeom>
          <a:solidFill>
            <a:srgbClr val="F4F8FB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" y="561441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614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91640" y="55595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394960" y="555955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 + Docker ile canliya alma.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Ozetle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Uctan uca calisan,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gercek bir web uygulamasi.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yuz + arka yuz + arama motoru + veritabani + guvenlik + deploy.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 tek projede birlesti.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Tesekkurler  ·  Sorular?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Otel Rezervasyon Sistemi</dc:title>
  <dc:subject>PptxGenJS Presentation</dc:subject>
  <dc:creator>Mert</dc:creator>
  <cp:lastModifiedBy>Mert</cp:lastModifiedBy>
  <cp:revision>1</cp:revision>
  <dcterms:created xsi:type="dcterms:W3CDTF">2026-07-14T19:12:33Z</dcterms:created>
  <dcterms:modified xsi:type="dcterms:W3CDTF">2026-07-14T19:12:33Z</dcterms:modified>
</cp:coreProperties>
</file>