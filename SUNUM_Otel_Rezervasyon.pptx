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Merhaba. Bu projede Booking.com benzeri bir otel rezervasyon sitesi yaptim. Hem on yuz hem arka yuz hem de arama motoru bende.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Kullanici otel arar, detay gorur, rezervasyon yapar. Isteyen ev sahibi olup kendi otelini de ekleyebilir.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Dort parca var: Angular ekranlar, Spring Boot sunucu, Solr arama motoru, H2 veritabani. Her biri bir isten sorumlu.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Kullanicidan gelen istek Angular uzerinden Spring Boot'a gider. Spring Boot arama icin Solr'a, kayitlar icin H2'ye bakar ve sonucu geri doner.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Normal veritabani boyle bir aramada yavas kalir. Solr metin aramasi icin ozel; 5000 otelde aninda filtreliyor ve kategori sayilarini veriyor.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 rol var. Kullanici, ev sahibi ve yonetici. Onay sadece yoneticide. Yetkiyi sunucu kontrol ediyor, yani tarayicidan hile yapilamaz.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 sahibi otelini ekler ama hemen yayinlanmaz. Beklemede kalir. Yonetici onaylayinca Solr'a eklenir ve aramada gorunur. Boylece kalite kontrolu olur.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Fiyat filtresi eklerken fark ettim ki karttaki fiyat ile odalarin fiyati tutmuyordu. En ucuz oda fiyatini tek kaynak yaptim; artik her yer tutarli. Filtre Solr range sorgusuyla sunucu tarafinda.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Guvenlikte temel sertlestirme: BCrypt, JWT, e-posta normalize, sifre gucu. En sevdigim kisim: arama indeksi turev veri; kaybolsa bile sistem veritabanindan kendini onariyor. Arizayi normal kabul edip tasarladim.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projede ogrendiklerim: katmanli REST API, JWT guvenlik, Solr ile arama, Angular ile modern on yuz ve bulut deploy.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Ozet: on yuzden arama motoruna kadar her katmani iceren, canliya alinmis gercek bir uygulama. Link ekranda. Tesekkurler, sorulari alabilirim.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206240" cy="42062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9768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STAJ PROJESI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Otel Rezervasyon Sistemi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 benzeri, uctan uca bir web uygulamasi.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Arama motoru + rezervasyon + ev sahibi paneli.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5120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 ·  Angular  ·  Apache Solr  ·  H2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 ne yapiyor?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77240" y="155448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554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50876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ara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554480" y="187452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Sehir yaz, tarih sec, binlerce otel arasindan filtrele.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77240" y="260604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54480" y="256032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Detayi gor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54480" y="29260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Fotograflar, olanaklar, odalar ve yorumlar tek sayfada.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77240" y="365760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657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54480" y="36118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Rezervasyon yap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54480" y="397764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 ve tarih sec, rezervasyonu olustur, listende gor.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77240" y="470916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709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54480" y="466344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Otelini ekle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54480" y="50292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sahibi ol, otelini ekle; yonetici onaylayinca yayina cikar.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Kullandigim teknolojiler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600200"/>
            <a:ext cx="52120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AAB8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51560" y="192024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737360" y="19110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YUZ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737360" y="216712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51560" y="283464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Kullanicinin gordugu ekranlar. TypeScript + bilesenler.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1600200"/>
            <a:ext cx="52120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AAB8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19202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0" y="19110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ARKA YUZ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0" y="216712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629400" y="283464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mantigi ve API. Java ile yazilan sunucu.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31520" y="3931920"/>
            <a:ext cx="52120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AAB8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51560" y="425196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737360" y="42428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ARAMA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737360" y="449884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Solr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051560" y="516636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Hizli otel aramasi ve filtreleme motoru.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309360" y="3931920"/>
            <a:ext cx="52120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AAB8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29400" y="4251960"/>
            <a:ext cx="502920" cy="502920"/>
          </a:xfrm>
          <a:prstGeom prst="ellipse">
            <a:avLst/>
          </a:prstGeom>
          <a:solidFill>
            <a:srgbClr val="3A7CA5"/>
          </a:solidFill>
          <a:ln/>
        </p:spPr>
      </p:sp>
      <p:sp>
        <p:nvSpPr>
          <p:cNvPr id="23" name="Text 21"/>
          <p:cNvSpPr/>
          <p:nvPr/>
        </p:nvSpPr>
        <p:spPr>
          <a:xfrm>
            <a:off x="6629400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315200" y="42428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A7C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VERITABANI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15200" y="449884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6629400" y="516636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Kullanici, otel, rezervasyon kayitlari.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Nasil calisiyor? (mimari)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05840" y="2194560"/>
            <a:ext cx="2743200" cy="1554480"/>
          </a:xfrm>
          <a:prstGeom prst="roundRect">
            <a:avLst>
              <a:gd name="adj" fmla="val 7059"/>
            </a:avLst>
          </a:prstGeom>
          <a:solidFill>
            <a:srgbClr val="065A82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24871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TARAYICI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05840" y="28163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749040" y="2331720"/>
            <a:ext cx="822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4572000" y="2194560"/>
            <a:ext cx="2743200" cy="1554480"/>
          </a:xfrm>
          <a:prstGeom prst="roundRect">
            <a:avLst>
              <a:gd name="adj" fmla="val 7059"/>
            </a:avLst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0" y="24871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SUNUCU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0" y="28163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0" y="2331720"/>
            <a:ext cx="822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8138160" y="2194560"/>
            <a:ext cx="2743200" cy="1554480"/>
          </a:xfrm>
          <a:prstGeom prst="roundRect">
            <a:avLst>
              <a:gd name="adj" fmla="val 7059"/>
            </a:avLst>
          </a:prstGeom>
          <a:solidFill>
            <a:srgbClr val="21295C"/>
          </a:solidFill>
          <a:ln/>
        </p:spPr>
      </p:sp>
      <p:sp>
        <p:nvSpPr>
          <p:cNvPr id="12" name="Text 10"/>
          <p:cNvSpPr/>
          <p:nvPr/>
        </p:nvSpPr>
        <p:spPr>
          <a:xfrm>
            <a:off x="8138160" y="24871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ARAMA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138160" y="28163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572000" y="4160520"/>
            <a:ext cx="2743200" cy="1097280"/>
          </a:xfrm>
          <a:prstGeom prst="roundRect">
            <a:avLst>
              <a:gd name="adj" fmla="val 10000"/>
            </a:avLst>
          </a:prstGeom>
          <a:solidFill>
            <a:srgbClr val="F4F8F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43159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Veritabani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2000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kayitlar burada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Kullanici istegi -&gt; Angular sunucuya sorar -&gt; Spring Boot Solr'dan aramayi, H2'den kayitlari alir -&gt; cevabi ekrana basar.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114800" cy="41148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Neden ayri bir arama motoru?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73736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5.000+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822960" y="29718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kaydi arasinda ANLIK arama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977640"/>
            <a:ext cx="292608" cy="29260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3922776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Isim, sehir, olanak gibi alanlarda hizli filtreleme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22960" y="4636008"/>
            <a:ext cx="292608" cy="29260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4581144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Yazim hatalarina ve kismi kelimelere tolerans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22960" y="5294376"/>
            <a:ext cx="292608" cy="29260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523951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 sayilari (facet): "Antalya'da 320 otel" gibi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Guvenlik ve roller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772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Giris JWT jetonu ile korunuyor. Her kullanicinin bir rolu var: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F4F8FB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3317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828800" y="23957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32004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Kullanici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51560" y="37947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Arama yapar, rezervasyon olusturur, favori ekler.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34840" y="201168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F4F8FB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0" y="23317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532120" y="23957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54880" y="32004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Sahibi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754880" y="37947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Kendi otelini ekler, odalarini yonetir.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38160" y="201168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F4F8FB"/>
          </a:solidFill>
          <a:ln/>
        </p:spPr>
      </p:sp>
      <p:sp>
        <p:nvSpPr>
          <p:cNvPr id="17" name="Shape 15"/>
          <p:cNvSpPr/>
          <p:nvPr/>
        </p:nvSpPr>
        <p:spPr>
          <a:xfrm>
            <a:off x="8458200" y="233172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18" name="Text 16"/>
          <p:cNvSpPr/>
          <p:nvPr/>
        </p:nvSpPr>
        <p:spPr>
          <a:xfrm>
            <a:off x="845820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35440" y="23957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SUPER_ADMIN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458200" y="32004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Yonetici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458200" y="37947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sahibi ve otel basvurularini onaylar.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Yetki kontrolu sunucu tarafinda: "@PreAuthorize" ile her uc nokta rol bazli korunuyor.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Otel ekleme ve onay akisi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62763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sahibi otelini ekler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554480" y="201168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Bilgi, fotograf, olanak ve odalari girer. Durum: BEKLEMEDE.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77240" y="2724912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54480" y="270662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Aramada gorunmez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54480" y="309067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Onaylanmayan otel Solr'a yazilmaz, kimse goremez.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77240" y="3803904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8039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54480" y="37856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Yonetici onaylar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54480" y="416966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Basvurular ekraninda "Onayla" der.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77240" y="4882896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8828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54480" y="486460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yayina cikar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54480" y="524865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Onay aninda Solr'a eklenir, aramada gorunur.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Akilli fiyat filtresi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772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fiyat kaynagi — arama, detay ve rezervasyon hep ayni.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530352" cy="53035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830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508760" y="176479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ucuz oda fiyati saklanir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3055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otelin en dusuk oda fiyati veritabaninda tutulup Solr'a indexlenir.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77240" y="2834640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8346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508760" y="281635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Aralik ile filtrele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182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Kullanici fiyat araligi secer; Solr range sorgusu (minPrice:[a TO b]) calisir.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3886200"/>
            <a:ext cx="530352" cy="53035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8862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08760" y="386791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Sayfalama bozulmaz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23367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 sunucu tarafinda; client-side olsaydi facet ve sayfalar bozulurdu.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77240" y="4937760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9377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491947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Tutarli fiyat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08760" y="528523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Karttaki fiyat = detaydaki en ucuz oda = rezervasyon fiyati.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206240" cy="42062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640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Guvenlik ve dayaniklilik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1325880" y="159105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+ stateless JWT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25880" y="193852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Sifreler hash'lenir, oturum sunucuda tutulmaz.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2788920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264261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E-posta normalize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325880" y="299008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Buyuk/kucuk harf farkiyla mukerrer hesap acilamaz.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3840480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1325880" y="369417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Sifre gucu + rol bazli yetki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25880" y="40416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az 8 + harf + rakam; her uc nokta role gore korunur.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4892040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1325880" y="474573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Kendi kendini onaran arama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25880" y="509320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indeksi silinse bile backend veritabanindan otomatik yeniden kurar.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Teknik olarak ogrendiklerim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10870"/>
            </a:avLst>
          </a:prstGeom>
          <a:solidFill>
            <a:srgbClr val="F4F8FB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1773936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773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691640" y="171907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tasarimi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394960" y="171907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/ Service / Repository katmanlari ile temiz mimari.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10870"/>
            </a:avLst>
          </a:prstGeom>
          <a:solidFill>
            <a:srgbClr val="F4F8FB"/>
          </a:solidFill>
          <a:ln/>
        </p:spPr>
      </p:sp>
      <p:sp>
        <p:nvSpPr>
          <p:cNvPr id="9" name="Shape 7"/>
          <p:cNvSpPr/>
          <p:nvPr/>
        </p:nvSpPr>
        <p:spPr>
          <a:xfrm>
            <a:off x="960120" y="273405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2734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91640" y="267919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Kimlik dogrulama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394960" y="267919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ile stateless oturum, rol bazli yetki, guvenlik sertlestirme.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10870"/>
            </a:avLst>
          </a:prstGeom>
          <a:solidFill>
            <a:srgbClr val="F4F8FB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3694176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691640" y="36393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Arama muhendisligi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394960" y="363931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indexleme, range/facet sorgu, kendi kendini onarma.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31520" y="4480560"/>
            <a:ext cx="10698480" cy="841248"/>
          </a:xfrm>
          <a:prstGeom prst="roundRect">
            <a:avLst>
              <a:gd name="adj" fmla="val 10870"/>
            </a:avLst>
          </a:prstGeom>
          <a:solidFill>
            <a:srgbClr val="F4F8FB"/>
          </a:solidFill>
          <a:ln/>
        </p:spPr>
      </p:sp>
      <p:sp>
        <p:nvSpPr>
          <p:cNvPr id="19" name="Shape 17"/>
          <p:cNvSpPr/>
          <p:nvPr/>
        </p:nvSpPr>
        <p:spPr>
          <a:xfrm>
            <a:off x="960120" y="465429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4654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691640" y="45994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on yuz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394960" y="459943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signals, reactive formlar, bilesin mimarisi.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31520" y="5440680"/>
            <a:ext cx="10698480" cy="841248"/>
          </a:xfrm>
          <a:prstGeom prst="roundRect">
            <a:avLst>
              <a:gd name="adj" fmla="val 10870"/>
            </a:avLst>
          </a:prstGeom>
          <a:solidFill>
            <a:srgbClr val="F4F8FB"/>
          </a:solidFill>
          <a:ln/>
        </p:spPr>
      </p:sp>
      <p:sp>
        <p:nvSpPr>
          <p:cNvPr id="24" name="Shape 22"/>
          <p:cNvSpPr/>
          <p:nvPr/>
        </p:nvSpPr>
        <p:spPr>
          <a:xfrm>
            <a:off x="960120" y="5614416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5" name="Text 23"/>
          <p:cNvSpPr/>
          <p:nvPr/>
        </p:nvSpPr>
        <p:spPr>
          <a:xfrm>
            <a:off x="960120" y="5614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691640" y="555955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+ CI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5394960" y="555955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+ Render + Docker, GitHub Actions ile test otomasyonu.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3291840"/>
            <a:ext cx="4572000" cy="45720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280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Ozetle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9144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Uctan uca calisan,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gercek bir web uygulamasi.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yuz + arka yuz + arama motoru + veritabani + guvenlik + deploy.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Hepsi tek projede birlesti — ve CANLI.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48006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hotel-commerce-service.vercel.app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5440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Tesekkurler  ·  Sorular?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Otel Rezervasyon Sistemi</dc:title>
  <dc:subject>PptxGenJS Presentation</dc:subject>
  <dc:creator>Mert</dc:creator>
  <cp:lastModifiedBy>Mert</cp:lastModifiedBy>
  <cp:revision>1</cp:revision>
  <dcterms:created xsi:type="dcterms:W3CDTF">2026-07-20T23:00:22Z</dcterms:created>
  <dcterms:modified xsi:type="dcterms:W3CDTF">2026-07-20T23:00:22Z</dcterms:modified>
</cp:coreProperties>
</file>